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55F18-EB18-FD0F-04E6-D167380D3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70974-1295-E263-86A5-702F75200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C2A13-7FDD-6D47-2BF6-D2FA6542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208DB-94C8-B198-9F14-D867F3FD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BEFB-6855-E686-3D35-7D390E96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33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A32D-66A6-3535-96A5-CD255A7C2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0EE2-B4BC-3237-86D4-8FDF80B04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81426-3E14-8D4D-8949-6B173770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C0F40-053D-90B4-382B-D054E2CE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48FDA-9647-0434-0DC9-563004A4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4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B965-3A4A-B520-DE4E-7A0366F4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91F58-277C-FB9E-DED3-92D0C9F53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157B9-932C-F7C9-80E8-C331F9FD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3CD2D-FD19-61D0-E81F-FCF73BB0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2024A-CCF3-4B6F-C040-966D19E1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5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F032-8065-8E1A-0262-361B41D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B855-2C82-5F11-A886-5BFBAED5B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23214-6364-58AD-2F30-BB40724E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CF82C-5C13-A246-8E9B-7D284A83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A2554-680E-AF77-E813-C64CD25B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E24DF-CF5A-81E6-FE8F-32341B1D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0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AD1B-349D-D4A4-56B0-E2E4227B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973CF-69D5-8625-C4B3-7792E200D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266E0-2443-5EF9-AA54-85DAAC2C3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D6691-DD83-BB93-409A-3C925A9B6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5B116-D650-D7A1-8168-DBC032BFB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2BB63-28D3-7024-A76F-C00CF80B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6514A-A269-20CF-D167-8D7D4CC6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ECACE-DA1B-6111-F4CE-3EC3EAAA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0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2A5F-65F4-B1B0-1584-9E1D723C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A3CA9-64EC-E59D-1880-FF5C1E2F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F0328-376D-F639-599F-A8205E7A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D2AB7-A4D4-C8D4-82CA-ADFCEEAD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3AED0-2432-2A8E-143C-43D5AF9C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9AA3A-ED8D-EE63-53F2-557192E6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8E2D2-0510-5DED-6BB7-87E33953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7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0840-685A-9E5C-F989-AD2F0960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8BB92-08EE-0714-F52B-BC3D70FD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1786B-1D79-E9C8-2979-32314BC2B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256DA-D05B-1295-ABBF-927AC1BB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67382-851A-285D-0B75-C3A8AF01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0448-BB0F-BC9A-26B6-A010D1C9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3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C873-4888-ED94-F2AB-02CFF1A0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944C5-1B40-17C0-3D34-BBBFC9369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A8414-B733-3D97-2F3D-DDA25A57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CA0A1-D130-72C3-B1AC-62AA084F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392FE-B2BB-3FFA-CDB3-B207A389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42F4A-6FFB-FE0E-E335-C5934E74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4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EB20-7C0D-C20D-F1EB-E9B8277A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44EBC-A600-7BF9-5B22-3975F6A7B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5A778-F36C-D509-F562-BA1DAA80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E57-6FAB-21E3-BC4A-893760A9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4FDC-3109-4EBD-7B34-0A5BF1E3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0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8430A-CAB8-DFC6-352E-9915E054A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C0282-A7AC-487E-BD22-FDD20F8CD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CF125-803A-9AB5-A52E-46C0B1FC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0FD9C-D77D-ABE2-113B-8EA21956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1AFA9-5C5C-86F3-A580-90EE29BE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4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0088C-1F04-67B2-02E7-810E2E04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B548D-453D-2A9D-1E2E-0EDE57047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A898A-FC8A-4272-9937-632A5B96A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E18C5-CB06-4308-9725-3D0DA637F80A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E812E-F306-1747-590C-36527925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2DEBF-AA2C-E36E-1C32-47CC2400A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6492F-AB45-484D-93A9-0B748E180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9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F55E33-480C-F2E9-2EFA-20636FECB662}"/>
              </a:ext>
            </a:extLst>
          </p:cNvPr>
          <p:cNvSpPr txBox="1">
            <a:spLocks/>
          </p:cNvSpPr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CCDT- CFM	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DCDD72A-C07C-CD13-8EF0-95E1226AE384}"/>
              </a:ext>
            </a:extLst>
          </p:cNvPr>
          <p:cNvSpPr txBox="1">
            <a:spLocks/>
          </p:cNvSpPr>
          <p:nvPr/>
        </p:nvSpPr>
        <p:spPr>
          <a:xfrm>
            <a:off x="5232785" y="511388"/>
            <a:ext cx="5490542" cy="36856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93776">
              <a:spcBef>
                <a:spcPts val="540"/>
              </a:spcBef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 And Home Screens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F05F21-1C5E-FC51-0423-D20DA2FD0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916" y="3942083"/>
            <a:ext cx="6124210" cy="2782534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A7671B4-DC71-52B5-3FF1-FF6AF9BFE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916" y="930809"/>
            <a:ext cx="6124211" cy="28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9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F55E33-480C-F2E9-2EFA-20636FECB662}"/>
              </a:ext>
            </a:extLst>
          </p:cNvPr>
          <p:cNvSpPr txBox="1">
            <a:spLocks/>
          </p:cNvSpPr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CCDT- CFM	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DCDD72A-C07C-CD13-8EF0-95E1226AE384}"/>
              </a:ext>
            </a:extLst>
          </p:cNvPr>
          <p:cNvSpPr txBox="1">
            <a:spLocks/>
          </p:cNvSpPr>
          <p:nvPr/>
        </p:nvSpPr>
        <p:spPr>
          <a:xfrm>
            <a:off x="5232785" y="511388"/>
            <a:ext cx="5490542" cy="36856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93776">
              <a:spcBef>
                <a:spcPts val="540"/>
              </a:spcBef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Drawer And Main Screens</a:t>
            </a:r>
            <a:endParaRPr lang="en-US" sz="3600" dirty="0"/>
          </a:p>
        </p:txBody>
      </p:sp>
      <p:pic>
        <p:nvPicPr>
          <p:cNvPr id="3" name="Picture 2" descr="A screenshot of a video game&#10;&#10;Description automatically generated with low confidence">
            <a:extLst>
              <a:ext uri="{FF2B5EF4-FFF2-40B4-BE49-F238E27FC236}">
                <a16:creationId xmlns:a16="http://schemas.microsoft.com/office/drawing/2014/main" id="{6A7CCCBC-9316-49C4-B6B1-247899F91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945" y="974628"/>
            <a:ext cx="5490542" cy="2535815"/>
          </a:xfrm>
          <a:prstGeom prst="rect">
            <a:avLst/>
          </a:prstGeom>
        </p:spPr>
      </p:pic>
      <p:pic>
        <p:nvPicPr>
          <p:cNvPr id="9" name="Picture 8" descr="A screenshot of a video game&#10;&#10;Description automatically generated with low confidence">
            <a:extLst>
              <a:ext uri="{FF2B5EF4-FFF2-40B4-BE49-F238E27FC236}">
                <a16:creationId xmlns:a16="http://schemas.microsoft.com/office/drawing/2014/main" id="{EA60CE4C-73F2-861B-518B-97FEF5804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302" y="3640327"/>
            <a:ext cx="6349991" cy="30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6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2D723BAA50E64E82C02E42E5C1EFC0" ma:contentTypeVersion="11" ma:contentTypeDescription="Create a new document." ma:contentTypeScope="" ma:versionID="1daa099644f243df58daf9ebb786d884">
  <xsd:schema xmlns:xsd="http://www.w3.org/2001/XMLSchema" xmlns:xs="http://www.w3.org/2001/XMLSchema" xmlns:p="http://schemas.microsoft.com/office/2006/metadata/properties" xmlns:ns3="7940a69d-b421-424e-99d2-4ed14c24f35b" xmlns:ns4="3249e79c-577c-48d7-8079-0b09e8c0f70a" targetNamespace="http://schemas.microsoft.com/office/2006/metadata/properties" ma:root="true" ma:fieldsID="ba0190464bc17d1f0f0a2c2acd537661" ns3:_="" ns4:_="">
    <xsd:import namespace="7940a69d-b421-424e-99d2-4ed14c24f35b"/>
    <xsd:import namespace="3249e79c-577c-48d7-8079-0b09e8c0f70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40a69d-b421-424e-99d2-4ed14c24f3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9e79c-577c-48d7-8079-0b09e8c0f7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49e79c-577c-48d7-8079-0b09e8c0f70a" xsi:nil="true"/>
  </documentManagement>
</p:properties>
</file>

<file path=customXml/itemProps1.xml><?xml version="1.0" encoding="utf-8"?>
<ds:datastoreItem xmlns:ds="http://schemas.openxmlformats.org/officeDocument/2006/customXml" ds:itemID="{C2C1D731-749E-4EF8-914B-5789C0A1BB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40a69d-b421-424e-99d2-4ed14c24f35b"/>
    <ds:schemaRef ds:uri="3249e79c-577c-48d7-8079-0b09e8c0f7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C80FEF-2B57-4952-B89C-09EC36CF8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9BE34D-22FB-419D-B6DC-947EF723B986}">
  <ds:schemaRefs>
    <ds:schemaRef ds:uri="http://purl.org/dc/dcmitype/"/>
    <ds:schemaRef ds:uri="http://purl.org/dc/elements/1.1/"/>
    <ds:schemaRef ds:uri="http://purl.org/dc/terms/"/>
    <ds:schemaRef ds:uri="3249e79c-577c-48d7-8079-0b09e8c0f70a"/>
    <ds:schemaRef ds:uri="http://schemas.microsoft.com/office/2006/documentManagement/types"/>
    <ds:schemaRef ds:uri="7940a69d-b421-424e-99d2-4ed14c24f35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Suresh, Vignesh</dc:creator>
  <cp:lastModifiedBy>Suresh, Vignesh</cp:lastModifiedBy>
  <cp:revision>1</cp:revision>
  <dcterms:created xsi:type="dcterms:W3CDTF">2023-05-28T01:36:07Z</dcterms:created>
  <dcterms:modified xsi:type="dcterms:W3CDTF">2023-05-28T02:14:33Z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0x0101007B2D723BAA50E64E82C02E42E5C1EFC0</vt:lpwstr>
  </property>
</Properties>
</file>